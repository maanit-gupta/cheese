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Launch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DE6F0"/>
                </a:solidFill>
              </a:rPr>
              <a:t>Files module, spring release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</a:rPr>
              <a:t>What shipped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Merge, split and compress PDFs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Convert Office documents offline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Remove photo backgrounds on device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</a:rPr>
              <a:t>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00400" cy="1828800"/>
          </a:xfrm>
          <a:prstGeom prst="roundRect">
            <a:avLst>
              <a:gd name="adj" fmla="val 10000"/>
            </a:avLst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98% offline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Tool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Uses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Merge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1,204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Compress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877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Cheese fixture deck</dc:title>
  <dc:subject>PptxGenJS Presentation</dc:subject>
  <dc:creator>PptxGenJS</dc:creator>
  <cp:lastModifiedBy>PptxGenJS</cp:lastModifiedBy>
  <cp:revision>1</cp:revision>
  <dcterms:created xsi:type="dcterms:W3CDTF">2026-10-22T09:33:23Z</dcterms:created>
  <dcterms:modified xsi:type="dcterms:W3CDTF">2026-10-22T09:33:23Z</dcterms:modified>
</cp:coreProperties>
</file>